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c6f72711ff242a9" /><Relationship Type="http://schemas.openxmlformats.org/officeDocument/2006/relationships/extended-properties" Target="/docProps/app.xml" Id="Rf01b617cee7c4d2f" /><Relationship Type="http://schemas.openxmlformats.org/officeDocument/2006/relationships/officeDocument" Target="/ppt/presentation.xml" Id="Rc9636738cc6b419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54166d84a44c27"/>
  </p:sldMasterIdLst>
  <p:notesMasterIdLst>
    <p:notesMasterId xmlns:r="http://schemas.openxmlformats.org/officeDocument/2006/relationships" r:id="R331f8ed88ff64708"/>
  </p:notesMasterIdLst>
  <p:sldIdLst>
    <p:sldId xmlns:r="http://schemas.openxmlformats.org/officeDocument/2006/relationships" id="256" r:id="R37d42db3496d45a7"/>
    <p:sldId xmlns:r="http://schemas.openxmlformats.org/officeDocument/2006/relationships" id="257" r:id="R83bda1b85ed0422c"/>
    <p:sldId xmlns:r="http://schemas.openxmlformats.org/officeDocument/2006/relationships" id="258" r:id="R39d1597a15a447d3"/>
    <p:sldId xmlns:r="http://schemas.openxmlformats.org/officeDocument/2006/relationships" id="259" r:id="Rb74cc6a99ced4853"/>
    <p:sldId xmlns:r="http://schemas.openxmlformats.org/officeDocument/2006/relationships" id="260" r:id="R040e4b7d8ac34e10"/>
    <p:sldId xmlns:r="http://schemas.openxmlformats.org/officeDocument/2006/relationships" id="261" r:id="Rf18c26e025f4420c"/>
    <p:sldId xmlns:r="http://schemas.openxmlformats.org/officeDocument/2006/relationships" id="262" r:id="Re505ecc646b340fe"/>
    <p:sldId xmlns:r="http://schemas.openxmlformats.org/officeDocument/2006/relationships" id="263" r:id="R185a3a3ef23248f9"/>
    <p:sldId xmlns:r="http://schemas.openxmlformats.org/officeDocument/2006/relationships" id="264" r:id="Reb9095fbc1ae443f"/>
    <p:sldId xmlns:r="http://schemas.openxmlformats.org/officeDocument/2006/relationships" id="265" r:id="R62305fbb1966425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df0b1fd3be84a22" /><Relationship Type="http://schemas.openxmlformats.org/officeDocument/2006/relationships/slideMaster" Target="/ppt/slideMasters/slideMaster1.xml" Id="R7554166d84a44c27" /><Relationship Type="http://schemas.openxmlformats.org/officeDocument/2006/relationships/notesMaster" Target="/ppt/notesMasters/notesMaster1.xml" Id="R331f8ed88ff64708" /><Relationship Type="http://schemas.openxmlformats.org/officeDocument/2006/relationships/presProps" Target="/ppt/presProps.xml" Id="R7ff83a5dd9694b32" /><Relationship Type="http://schemas.openxmlformats.org/officeDocument/2006/relationships/tableStyles" Target="/ppt/tableStyles.xml" Id="Rb3fc843c39104607" /><Relationship Type="http://schemas.openxmlformats.org/officeDocument/2006/relationships/slide" Target="/ppt/slides/slide1.xml" Id="R37d42db3496d45a7" /><Relationship Type="http://schemas.openxmlformats.org/officeDocument/2006/relationships/slide" Target="/ppt/slides/slide2.xml" Id="R83bda1b85ed0422c" /><Relationship Type="http://schemas.openxmlformats.org/officeDocument/2006/relationships/slide" Target="/ppt/slides/slide3.xml" Id="R39d1597a15a447d3" /><Relationship Type="http://schemas.openxmlformats.org/officeDocument/2006/relationships/slide" Target="/ppt/slides/slide4.xml" Id="Rb74cc6a99ced4853" /><Relationship Type="http://schemas.openxmlformats.org/officeDocument/2006/relationships/slide" Target="/ppt/slides/slide5.xml" Id="R040e4b7d8ac34e10" /><Relationship Type="http://schemas.openxmlformats.org/officeDocument/2006/relationships/slide" Target="/ppt/slides/slide6.xml" Id="Rf18c26e025f4420c" /><Relationship Type="http://schemas.openxmlformats.org/officeDocument/2006/relationships/slide" Target="/ppt/slides/slide7.xml" Id="Re505ecc646b340fe" /><Relationship Type="http://schemas.openxmlformats.org/officeDocument/2006/relationships/slide" Target="/ppt/slides/slide8.xml" Id="R185a3a3ef23248f9" /><Relationship Type="http://schemas.openxmlformats.org/officeDocument/2006/relationships/slide" Target="/ppt/slides/slide9.xml" Id="Reb9095fbc1ae443f" /><Relationship Type="http://schemas.openxmlformats.org/officeDocument/2006/relationships/slide" Target="/ppt/slides/slide10.xml" Id="R62305fbb1966425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2e8c5c87b7451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1f10308a12f40dc" /><Relationship Type="http://schemas.openxmlformats.org/officeDocument/2006/relationships/notesMaster" Target="/ppt/notesMasters/notesMaster1.xml" Id="R5423ed803bfc46f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ef572de8aee4115" /><Relationship Type="http://schemas.openxmlformats.org/officeDocument/2006/relationships/notesMaster" Target="/ppt/notesMasters/notesMaster1.xml" Id="R1dffae9e33744ef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d391b94b14746dd" /><Relationship Type="http://schemas.openxmlformats.org/officeDocument/2006/relationships/notesMaster" Target="/ppt/notesMasters/notesMaster1.xml" Id="R0e9081c0e90a4e3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ce0671240746af" /><Relationship Type="http://schemas.openxmlformats.org/officeDocument/2006/relationships/notesMaster" Target="/ppt/notesMasters/notesMaster1.xml" Id="R367143ffec144cf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f1e8de9d2f34e39" /><Relationship Type="http://schemas.openxmlformats.org/officeDocument/2006/relationships/notesMaster" Target="/ppt/notesMasters/notesMaster1.xml" Id="Raa3bf980d9804c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c6630cee57c4f55" /><Relationship Type="http://schemas.openxmlformats.org/officeDocument/2006/relationships/notesMaster" Target="/ppt/notesMasters/notesMaster1.xml" Id="R8cf198f6646044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4adedb3b0664dd6" /><Relationship Type="http://schemas.openxmlformats.org/officeDocument/2006/relationships/notesMaster" Target="/ppt/notesMasters/notesMaster1.xml" Id="Reee540e9619e4a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2c365a8a9d2488e" /><Relationship Type="http://schemas.openxmlformats.org/officeDocument/2006/relationships/notesMaster" Target="/ppt/notesMasters/notesMaster1.xml" Id="R6a1a82e3150943e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ff09dc30a314628" /><Relationship Type="http://schemas.openxmlformats.org/officeDocument/2006/relationships/notesMaster" Target="/ppt/notesMasters/notesMaster1.xml" Id="R2fb70f9df039411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584e7229a8246e0" /><Relationship Type="http://schemas.openxmlformats.org/officeDocument/2006/relationships/notesMaster" Target="/ppt/notesMasters/notesMaster1.xml" Id="R58c1c4b57a1946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项目来源：docs/requirements.md、docs/ai-usage.md。学生须据实补充汇报人信息及本人参与工作。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来源：docs/requirements.md。用户主动粘贴通知，不抓取聊天群。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截图：.local/screenshots/production-ai-review.png，2026-10-20。虚构部署验收样例，网页实测，不能替代手机测试。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来源：mobile/src、server/app/model.py、server/app/validation.py、docs/deployment.md。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来源：server/app/model.py、quota.py和mobile/src。以下为实现规则，不是故障零发生承诺。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来源：mobile/src/core/store.js及测试。浏览器验证通过，安卓杀进程与存储待机主实测。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来源：docs/testing.md。2026-10-20，Windows。44项为26+15+3，不含构建和云端部署检查。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来源：docs/evaluation-20261020.md，冻结提交3023f8b。AI拟定参考答案尚非独立人工金标准，自动匹配不能称为业务准确率。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来源：docs/deployment.md、docs/testing.md、最终APK检查报告。2026-10-20 18:20权限精简版APK生成，包名/AppID/两种ARM架构、APK v2签名、权限及已知秘密值扫描通过。APK SHA256：3a1c4efecf348dba24cef1807fabf7c7615dacf98a3859953a80d9f5790bf351。手机安装、断网与重启仍待机主执行。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来源：docs/ai-usage.md、android-acceptance.md、dependency-review.md。学生据实补充本人审阅修改和参与比例。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704305b054040e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4ec7fd7d494249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abe70595fbf4776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4d23d87fea444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0baf04d7f244b5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f3e0c0b17184cc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A52276D-D6B8-407A-B95D-0E567449AB1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4F3F9A5-2018-42E7-B102-2311E4787ECD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3969DFDF-0A07-4521-982B-DE611A9EA8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DDE6489-5A84-41E6-85E0-319C123E5E5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0862C135-E358-4101-BC6D-ED3F8973A8B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05EAB67-8BE0-4DB8-8D59-91965AFDF9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ADCDD97-7299-4729-94D5-38A06EBECA7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035AF80-EE27-4327-B966-CD9EA75B985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78EDB01-1AD8-48BB-BA48-A81A0924DD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C529B988-1381-4E63-996E-3F9FC474987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9605470d24214600" /><Relationship Type="http://schemas.openxmlformats.org/officeDocument/2006/relationships/slideLayout" Target="/ppt/slideLayouts/slideLayout1.xml" Id="Reb8de39a12f54a4f" /><Relationship Type="http://schemas.openxmlformats.org/officeDocument/2006/relationships/slideLayout" Target="/ppt/slideLayouts/slideLayout2.xml" Id="Rc82aa57eff4e4fe9" /><Relationship Type="http://schemas.openxmlformats.org/officeDocument/2006/relationships/slideLayout" Target="/ppt/slideLayouts/slideLayout3.xml" Id="R0d5f09361b624796" /><Relationship Type="http://schemas.openxmlformats.org/officeDocument/2006/relationships/slideLayout" Target="/ppt/slideLayouts/slideLayout4.xml" Id="R1aedc60c180a49fc" /><Relationship Type="http://schemas.openxmlformats.org/officeDocument/2006/relationships/slideLayout" Target="/ppt/slideLayouts/slideLayout5.xml" Id="Rf52241f8ec1a427f" /><Relationship Type="http://schemas.openxmlformats.org/officeDocument/2006/relationships/slideLayout" Target="/ppt/slideLayouts/slideLayout6.xml" Id="Rca0b42be1df248f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b8de39a12f54a4f"/>
    <p:sldLayoutId xmlns:r="http://schemas.openxmlformats.org/officeDocument/2006/relationships" id="2147483650" r:id="Rc82aa57eff4e4fe9"/>
    <p:sldLayoutId xmlns:r="http://schemas.openxmlformats.org/officeDocument/2006/relationships" id="2147483651" r:id="R0d5f09361b624796"/>
    <p:sldLayoutId xmlns:r="http://schemas.openxmlformats.org/officeDocument/2006/relationships" id="2147483652" r:id="R1aedc60c180a49fc"/>
    <p:sldLayoutId xmlns:r="http://schemas.openxmlformats.org/officeDocument/2006/relationships" id="2147483653" r:id="Rf52241f8ec1a427f"/>
    <p:sldLayoutId xmlns:r="http://schemas.openxmlformats.org/officeDocument/2006/relationships" id="2147483654" r:id="Rca0b42be1df248f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c6806c3faeb4725" /><Relationship Type="http://schemas.openxmlformats.org/officeDocument/2006/relationships/image" Target="/ppt/media/image.png" Id="R4c18c886b7d84a85" /><Relationship Type="http://schemas.openxmlformats.org/officeDocument/2006/relationships/notesSlide" Target="/ppt/notesSlides/notesSlide1.xml" Id="R51a1e33db2cb49a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778d9552a484210" /><Relationship Type="http://schemas.openxmlformats.org/officeDocument/2006/relationships/notesSlide" Target="/ppt/notesSlides/notesSlide2.xml" Id="R24a21d4f83a848d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3be26b055c3400f" /><Relationship Type="http://schemas.openxmlformats.org/officeDocument/2006/relationships/image" Target="/ppt/media/image.jpeg" Id="R62c0db79c2e14e4e" /><Relationship Type="http://schemas.openxmlformats.org/officeDocument/2006/relationships/notesSlide" Target="/ppt/notesSlides/notesSlide3.xml" Id="Rab02eddc0f28428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20aa30dc4194744" /><Relationship Type="http://schemas.openxmlformats.org/officeDocument/2006/relationships/notesSlide" Target="/ppt/notesSlides/notesSlide4.xml" Id="Rb698c53786c64df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d62d7295534728" /><Relationship Type="http://schemas.openxmlformats.org/officeDocument/2006/relationships/notesSlide" Target="/ppt/notesSlides/notesSlide5.xml" Id="Rf00fc5af8dc0406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ace1c935d104c10" /><Relationship Type="http://schemas.openxmlformats.org/officeDocument/2006/relationships/notesSlide" Target="/ppt/notesSlides/notesSlide6.xml" Id="R8a8624097b7349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741e35f273146dd" /><Relationship Type="http://schemas.openxmlformats.org/officeDocument/2006/relationships/notesSlide" Target="/ppt/notesSlides/notesSlide7.xml" Id="R8f15e1f295564d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156df7388c514a1e" /><Relationship Type="http://schemas.openxmlformats.org/officeDocument/2006/relationships/notesSlide" Target="/ppt/notesSlides/notesSlide8.xml" Id="R0d7cd769f551490c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4f65e5499e648a3" /><Relationship Type="http://schemas.openxmlformats.org/officeDocument/2006/relationships/notesSlide" Target="/ppt/notesSlides/notesSlide9.xml" Id="Rcf6cf6eabb75439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2b6707cbc454454" /><Relationship Type="http://schemas.openxmlformats.org/officeDocument/2006/relationships/notesSlide" Target="/ppt/notesSlides/notesSlide10.xml" Id="R3b8885e94a5a4a4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E3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4CBE28-786A-4ADE-BD1E-DD2D0D79D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6667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知行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5B6260-A69D-46F2-A402-EACFD53F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9900"/>
            <a:ext cx="952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校园通知解析与行动规划助手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EB1E14-7646-4817-ADA7-516EE2FF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57750"/>
            <a:ext cx="6191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rPr>
              <a:t>智能移动应用开发项目实践</a:t>
            </a:r>
          </a:p>
          <a:p xmlns:a="http://schemas.openxmlformats.org/drawingml/2006/main">
            <a:pPr>
              <a:def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DAE6DA"/>
                </a:solidFill>
                <a:latin typeface="Microsoft YaHei"/>
                <a:ea typeface="Microsoft YaHei"/>
                <a:cs typeface="Microsoft YaHei"/>
              </a:rPr>
              <a:t>2026年10月</a:t>
            </a:r>
          </a:p>
        </p:txBody>
      </p:sp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C754FC-F292-4B3E-AE38-04D3A403178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c18c886b7d84a85"/>
          <a:stretch xmlns:a="http://schemas.openxmlformats.org/drawingml/2006/main"/>
        </p:blipFill>
        <p:spPr>
          <a:xfrm xmlns:a="http://schemas.openxmlformats.org/drawingml/2006/main">
            <a:off x="8858250" y="1714500"/>
            <a:ext cx="2095500" cy="2095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6319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8BC2B5-6467-435C-9ECA-7DC89BFB8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校园通知中的行动整理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C25755-9E6A-4DBA-B29E-9BF9D03D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3810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通知原文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1CDD0F-5270-45FC-B776-435067634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8577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请于10月23日18:00前</a:t>
            </a:r>
          </a:p>
          <a:p xmlns:a="http://schemas.openxmlformats.org/drawingml/2006/main">
            <a: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到教学楼A201</a:t>
            </a:r>
          </a:p>
          <a:p xmlns:a="http://schemas.openxmlformats.org/drawingml/2006/main">
            <a:pPr>
              <a:def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提交课程项目书PDF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9B1A4A-D888-40B4-B3B9-CE0566463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需要核对的信息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11CCFD-2923-4564-8F60-24DAE8FD1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4572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行动和截止时间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办理地点与准备材料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原文更正和模糊表述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BD82AC-34F3-482B-AB88-D6E7C17C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三个业务模块：解析、核对、本地待办</a:t>
            </a:r>
          </a:p>
        </p:txBody>
      </p:sp>
    </p:spTree>
    <p:extLst>
      <p:ext uri="{BB962C8B-B14F-4D97-AF65-F5344CB8AC3E}">
        <p14:creationId xmlns:p14="http://schemas.microsoft.com/office/powerpoint/2010/main" val="12288419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E4508D3-313A-4D1C-851D-7CB6F697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公网真实 AI 核对结果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4E9510-E14A-4453-BF88-37586B78425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c0db79c2e14e4e"/>
          <a:stretch xmlns:a="http://schemas.openxmlformats.org/drawingml/2006/main"/>
        </p:blipFill>
        <p:spPr>
          <a:xfrm xmlns:a="http://schemas.openxmlformats.org/drawingml/2006/main">
            <a:off x="1526809" y="1428750"/>
            <a:ext cx="9138381" cy="51435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485403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89DE2B-8600-444C-9248-72341211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移动端与服务端的职责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A15948E-1758-4247-8059-D5DC0730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手机端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B29E3C-B347-4E99-A017-53F51466C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uni-app Vue 3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输入通知并核对候选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本地任务和备份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连接令牌控制接口访问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71FEE0-FE07-43D3-B3EF-D3ECF52E8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80975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云服务器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1A58BE-0A3A-4C3A-B1BD-7BAD620C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667000"/>
            <a:ext cx="47625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FastAPI 调用 DeepSeek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校验结构与原文摘句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依据原文换算日期</a:t>
            </a:r>
          </a:p>
          <a:p xmlns:a="http://schemas.openxmlformats.org/drawingml/2006/main">
            <a:pPr>
              <a:def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模型密钥保留在服务端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56128-40D9-4549-835B-6B45DF3D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HTTPS 连接移动端与 Ubuntu 服务</a:t>
            </a:r>
          </a:p>
        </p:txBody>
      </p:sp>
    </p:spTree>
    <p:extLst>
      <p:ext uri="{BB962C8B-B14F-4D97-AF65-F5344CB8AC3E}">
        <p14:creationId xmlns:p14="http://schemas.microsoft.com/office/powerpoint/2010/main" val="72090412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96EA95-E48C-4741-ADFD-B3E53B79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失败后的继续路径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604AF5-5338-4823-B228-8ED060BCFD74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情况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处理方式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网络或模型超时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保留原文，提示重试或手动整理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日期含糊、缺少发布时间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保留未定时间，提示人工确认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重复请求与连续点击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请求ID去重，限制并发与频率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模型返回错误格式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有限修复，仍无效则明确报错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4266851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21E5B8-16F9-4F7C-992D-1BB45486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手机本地数据恢复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D1C1B5-8B19-4F34-AF58-DE596AC5F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478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保存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7D01B1-194C-49F1-950E-FCAF276CD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49530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写入另一份快照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计算校验值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读回验证后确认成功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22890C-C454-4BB5-A018-1FF2AE9F3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47850"/>
            <a:ext cx="3810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55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恢复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02CD87-EA2C-4C52-9C4F-2640D7CA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667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校验两份快照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选取有效的最新版本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发现损坏时提示恢复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7AD9FC4-7893-4DB6-9EC7-4A0B2E956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38800"/>
            <a:ext cx="108204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仍需导出备份，卸载或系统清理可能删除本地数据</a:t>
            </a:r>
          </a:p>
        </p:txBody>
      </p:sp>
    </p:spTree>
    <p:extLst>
      <p:ext uri="{BB962C8B-B14F-4D97-AF65-F5344CB8AC3E}">
        <p14:creationId xmlns:p14="http://schemas.microsoft.com/office/powerpoint/2010/main" val="478772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FB2C07-C6A6-499A-9A5A-4C0545B8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工程验证记录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87200B7-912C-43C5-AE7D-1E0713415CE3}"/>
              </a:ext>
            </a:extLst>
          </p:cNvPr>
          <p:cNvGraphicFramePr/>
          <p:nvPr/>
        </p:nvGraphicFramePr>
        <p:xfrm>
          <a:off xmlns:a="http://schemas.openxmlformats.org/drawingml/2006/main" x="685800" y="171450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检查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实际结果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后端自动化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26 项通过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本地存储与时间逻辑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15 项通过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浏览器完整流程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 项通过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Web 与 App 资源编译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均通过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1299768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4C3C0C1-62F2-4709-9CE7-27FC2C380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20 条合成通知预验收</a:t>
            </a:r>
          </a:p>
        </p:txBody>
      </p:sp>
      <p:graphicFrame>
        <p:nvGraphicFrame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BD34B5-94E3-4C15-B9DB-0D7379DCA745}"/>
              </a:ext>
            </a:extLst>
          </p:cNvPr>
          <p:cNvGraphicFramePr/>
          <p:nvPr/>
        </p:nvGraphicFramePr>
        <p:xfrm>
          <a:off xmlns:a="http://schemas.openxmlformats.org/drawingml/2006/main" x="685800" y="1619250"/>
          <a:ext xmlns:a="http://schemas.openxmlformats.org/drawingml/2006/main" cx="10820400" cy="3429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410200"/>
                <a:gridCol w="5410200"/>
              </a:tblGrid>
              <a:tr h="68580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指标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本轮实测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T w="4763">
                      <a:solidFill>
                        <a:srgbClr val="CBD4CA"/>
                      </a:solidFill>
                      <a:prstDash val="solid"/>
                    </a:lnT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173E3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成功返回候选或空结果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19 / 20 请求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明确返回格式校验错误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 / 20 请求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模糊通知有待确认提示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 / 5 样例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首10条公网接口 P95</a:t>
                      </a:r>
                    </a:p>
                  </a:txBody>
                  <a:tcPr marL="91440" marR="91440" marT="45720" marB="45720">
                    <a:lnL w="4763">
                      <a:solidFill>
                        <a:srgbClr val="CBD4CA"/>
                      </a:solidFill>
                      <a:prstDash val="solid"/>
                    </a:lnL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173E36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2045 毫秒</a:t>
                      </a:r>
                    </a:p>
                  </a:txBody>
                  <a:tcPr marL="91440" marR="91440" marT="45720" marB="45720">
                    <a:lnR w="4763">
                      <a:solidFill>
                        <a:srgbClr val="CBD4CA"/>
                      </a:solidFill>
                      <a:prstDash val="solid"/>
                    </a:lnR>
                    <a:lnB w="4763">
                      <a:solidFill>
                        <a:srgbClr val="CBD4CA"/>
                      </a:solidFill>
                      <a:prstDash val="solid"/>
                    </a:lnB>
                    <a:solidFill>
                      <a:srgbClr val="F5F5EF"/>
                    </a:solidFill>
                  </a:tcPr>
                </a:tc>
              </a:tr>
            </a:tbl>
          </a:graphicData>
        </a:graphic>
      </p:graphicFrame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06CE01-5D78-4C6C-9036-9EE89EE0D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1082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AI拟定参考答案待人工复核，手机耗时另测</a:t>
            </a:r>
          </a:p>
        </p:txBody>
      </p:sp>
    </p:spTree>
    <p:extLst>
      <p:ext uri="{BB962C8B-B14F-4D97-AF65-F5344CB8AC3E}">
        <p14:creationId xmlns:p14="http://schemas.microsoft.com/office/powerpoint/2010/main" val="165862559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804C45-14D6-4ADF-9E35-B8B6D58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云端部署与安卓安装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7CD3AD-0D95-42C1-A15B-A8048351B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https://tiredwhite.cn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0D0D2D-975B-46B2-B2F8-9E7BDEAED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514350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Ubuntu 独立运行时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systemd 管理 API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Nginx 提供 HTTPS</a:t>
            </a:r>
          </a:p>
          <a:p xmlns:a="http://schemas.openxmlformats.org/drawingml/2006/main">
            <a:pPr>
              <a:def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证书模拟续期通过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EA242C-2C82-4D5C-8826-B92A04D15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76550"/>
            <a:ext cx="48577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安卓版本 0.1.0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包名 cn.tiredwhite.zhixing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签名与权限检查通过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手机安装与离线重启待测</a:t>
            </a:r>
          </a:p>
        </p:txBody>
      </p:sp>
    </p:spTree>
    <p:extLst>
      <p:ext uri="{BB962C8B-B14F-4D97-AF65-F5344CB8AC3E}">
        <p14:creationId xmlns:p14="http://schemas.microsoft.com/office/powerpoint/2010/main" val="31089769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5FEE6-3922-4FC4-997F-E115A7B8E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3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AI 使用与后续验收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FCF45-171C-4D93-A3B8-749C522AC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5720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实际 AI 参与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739A90-CE89-402E-90B4-F77EE6234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5143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Codex 辅助方案、代码和验证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DeepSeek 提取运行时候选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本人审阅与修改仍需补充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644A5A-1C2B-4F3F-AE4A-DAAE9B7F5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4286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75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尚待完成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8FFCEE-FF13-4455-B360-B2FA7D552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67000"/>
            <a:ext cx="457200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安卓真机断网与重启测试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人工复核20条参考答案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录制演示与填写本人声明</a:t>
            </a:r>
          </a:p>
          <a:p xmlns:a="http://schemas.openxmlformats.org/drawingml/2006/main">
            <a:pPr>
              <a:def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75" b="0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依赖风险仍有待处理项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5F0A70-F412-488C-98E4-4BC155C57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72150"/>
            <a:ext cx="108204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defPPr>
            <a:lvl1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1pPr>
            <a:lvl2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2pPr>
            <a:lvl3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3pPr>
            <a:lvl4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4pPr>
            <a:lvl5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5pPr>
            <a:lvl6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6pPr>
            <a:lvl7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7pPr>
            <a:lvl8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8pPr>
            <a:lvl9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lvl9pPr>
          </a:lstStyle>
          <a:p xmlns:a="http://schemas.openxmlformats.org/drawingml/2006/main">
            <a:pPr>
              <a:def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173E36"/>
                </a:solidFill>
                <a:latin typeface="Microsoft YaHei"/>
                <a:ea typeface="Microsoft YaHei"/>
                <a:cs typeface="Microsoft YaHei"/>
              </a:rPr>
              <a:t>所有结论以实际记录为准</a:t>
            </a:r>
          </a:p>
        </p:txBody>
      </p:sp>
    </p:spTree>
    <p:extLst>
      <p:ext uri="{BB962C8B-B14F-4D97-AF65-F5344CB8AC3E}">
        <p14:creationId xmlns:p14="http://schemas.microsoft.com/office/powerpoint/2010/main" val="159531606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Microsoft YaHei"/>
        <a:ea typeface=""/>
        <a:cs typeface=""/>
      </a:majorFont>
      <a:minorFont>
        <a:latin typeface="Microsoft YaHei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2026-10-20T10:20:43.3560000Z</dcterms:created>
  <dcterms:modified xsi:type="dcterms:W3CDTF">2026-10-20T10:20:43.3560000Z</dcterms:modified>
</coreProperties>
</file>